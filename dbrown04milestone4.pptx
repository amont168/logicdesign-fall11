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-158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E641-E8C1-4BD9-BF8E-F7E8274EC5E0}" type="datetimeFigureOut">
              <a:rPr lang="en-US" smtClean="0"/>
              <a:t>11/20/2011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E5BF-AC2F-442F-AFA9-EF55FE537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9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E641-E8C1-4BD9-BF8E-F7E8274EC5E0}" type="datetimeFigureOut">
              <a:rPr lang="en-US" smtClean="0"/>
              <a:t>11/20/2011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E5BF-AC2F-442F-AFA9-EF55FE537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53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E641-E8C1-4BD9-BF8E-F7E8274EC5E0}" type="datetimeFigureOut">
              <a:rPr lang="en-US" smtClean="0"/>
              <a:t>11/20/2011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E5BF-AC2F-442F-AFA9-EF55FE537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1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E641-E8C1-4BD9-BF8E-F7E8274EC5E0}" type="datetimeFigureOut">
              <a:rPr lang="en-US" smtClean="0"/>
              <a:t>11/20/2011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E5BF-AC2F-442F-AFA9-EF55FE537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2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E641-E8C1-4BD9-BF8E-F7E8274EC5E0}" type="datetimeFigureOut">
              <a:rPr lang="en-US" smtClean="0"/>
              <a:t>11/20/2011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E5BF-AC2F-442F-AFA9-EF55FE537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8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E641-E8C1-4BD9-BF8E-F7E8274EC5E0}" type="datetimeFigureOut">
              <a:rPr lang="en-US" smtClean="0"/>
              <a:t>11/20/2011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E5BF-AC2F-442F-AFA9-EF55FE537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E641-E8C1-4BD9-BF8E-F7E8274EC5E0}" type="datetimeFigureOut">
              <a:rPr lang="en-US" smtClean="0"/>
              <a:t>11/20/2011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E5BF-AC2F-442F-AFA9-EF55FE537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363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E641-E8C1-4BD9-BF8E-F7E8274EC5E0}" type="datetimeFigureOut">
              <a:rPr lang="en-US" smtClean="0"/>
              <a:t>11/20/2011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E5BF-AC2F-442F-AFA9-EF55FE537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5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E641-E8C1-4BD9-BF8E-F7E8274EC5E0}" type="datetimeFigureOut">
              <a:rPr lang="en-US" smtClean="0"/>
              <a:t>11/20/2011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E5BF-AC2F-442F-AFA9-EF55FE537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94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E641-E8C1-4BD9-BF8E-F7E8274EC5E0}" type="datetimeFigureOut">
              <a:rPr lang="en-US" smtClean="0"/>
              <a:t>11/20/2011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E5BF-AC2F-442F-AFA9-EF55FE537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18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E641-E8C1-4BD9-BF8E-F7E8274EC5E0}" type="datetimeFigureOut">
              <a:rPr lang="en-US" smtClean="0"/>
              <a:t>11/20/2011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E5BF-AC2F-442F-AFA9-EF55FE537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AE641-E8C1-4BD9-BF8E-F7E8274EC5E0}" type="datetimeFigureOut">
              <a:rPr lang="en-US" smtClean="0"/>
              <a:t>11/20/2011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3E5BF-AC2F-442F-AFA9-EF55FE537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1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ikileaks.org/gitmo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thenextweb.com/entrepreneur/2010/12/28/is-it-time-we-started-killing-spammer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Dustyne</a:t>
            </a:r>
            <a:r>
              <a:rPr lang="en-US" dirty="0" smtClean="0"/>
              <a:t> Brown		Section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Milestone 4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12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Website I trust – Wikileaks.org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hlinkClick r:id="rId2"/>
              </a:rPr>
              <a:t>http://wikileaks.org/gitmo</a:t>
            </a:r>
            <a:r>
              <a:rPr lang="en-US" sz="2800" dirty="0" smtClean="0">
                <a:hlinkClick r:id="rId2"/>
              </a:rPr>
              <a:t>/#</a:t>
            </a:r>
            <a:endParaRPr lang="en-US" sz="2800" dirty="0" smtClean="0"/>
          </a:p>
          <a:p>
            <a:r>
              <a:rPr lang="en-US" sz="2800" dirty="0" smtClean="0"/>
              <a:t>The URL is an organization URL, not commercial, which means it’s purpose is to inform, not earn money.</a:t>
            </a:r>
          </a:p>
          <a:p>
            <a:r>
              <a:rPr lang="en-US" sz="2800" dirty="0" smtClean="0"/>
              <a:t>CNN has produced an hour long documentary about the website’s creator, titled “</a:t>
            </a:r>
            <a:r>
              <a:rPr lang="en-US" sz="2800" dirty="0" err="1" smtClean="0"/>
              <a:t>WikiWars</a:t>
            </a:r>
            <a:r>
              <a:rPr lang="en-US" sz="2800" dirty="0" smtClean="0"/>
              <a:t>: The </a:t>
            </a:r>
            <a:r>
              <a:rPr lang="en-US" sz="2800" dirty="0"/>
              <a:t>Mission of Julian </a:t>
            </a:r>
            <a:r>
              <a:rPr lang="en-US" sz="2800" dirty="0" err="1" smtClean="0"/>
              <a:t>Assange</a:t>
            </a:r>
            <a:r>
              <a:rPr lang="en-US" sz="2800" dirty="0" smtClean="0"/>
              <a:t>” which documents the cyber wars and why </a:t>
            </a:r>
            <a:r>
              <a:rPr lang="en-US" sz="2800" dirty="0" err="1" smtClean="0"/>
              <a:t>Wikileaks</a:t>
            </a:r>
            <a:r>
              <a:rPr lang="en-US" sz="2800" dirty="0" smtClean="0"/>
              <a:t> was created, and what the current future of the website appears to be.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00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Website I trust – Wikileaks.org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Besides asking for donations to maintain the website, and help with all the legal fees Julian faces, nowhere on the site does it try to collect money.</a:t>
            </a:r>
          </a:p>
          <a:p>
            <a:r>
              <a:rPr lang="en-US" sz="2800" dirty="0" err="1" smtClean="0"/>
              <a:t>Wikileaks</a:t>
            </a:r>
            <a:r>
              <a:rPr lang="en-US" sz="2800" dirty="0" smtClean="0"/>
              <a:t> was created to be a whistle blowers site to show the wrong doings of large corporations, banks, and military personal.</a:t>
            </a:r>
          </a:p>
          <a:p>
            <a:r>
              <a:rPr lang="en-US" sz="2800" dirty="0" smtClean="0"/>
              <a:t>If the site wasn’t producing accurate information, then why would </a:t>
            </a:r>
            <a:r>
              <a:rPr lang="en-US" sz="2800" dirty="0" err="1" smtClean="0"/>
              <a:t>Wikileaks</a:t>
            </a:r>
            <a:r>
              <a:rPr lang="en-US" sz="2800" dirty="0" smtClean="0"/>
              <a:t> be in such legal and financial hot-water?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45771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Website I distrust – TheNextWeb.com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hlinkClick r:id="rId2"/>
              </a:rPr>
              <a:t>http://thenextweb.com/entrepreneur/2010/12/28/is-it-time-we-started-killing-spammers</a:t>
            </a:r>
            <a:r>
              <a:rPr lang="en-US" sz="2800" dirty="0" smtClean="0">
                <a:hlinkClick r:id="rId2"/>
              </a:rPr>
              <a:t>/</a:t>
            </a:r>
            <a:endParaRPr lang="en-US" sz="2800" dirty="0" smtClean="0"/>
          </a:p>
          <a:p>
            <a:r>
              <a:rPr lang="en-US" sz="2800" dirty="0" smtClean="0"/>
              <a:t>The domain is a commercial type, in my mind, implying that they are posting information to gain money in some way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The title of the article is called “Is it time we started killing spammers?”</a:t>
            </a:r>
          </a:p>
          <a:p>
            <a:r>
              <a:rPr lang="en-US" sz="2800" dirty="0" smtClean="0"/>
              <a:t>The Next Web attempts to be a serious “News” site, posting information about current tech and events on the internet. How can they be taken seriously if they post even one story like this?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78082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Website I distrust – TheNextWeb.com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Claims spam costs the world 830 billion a year. $.10 for the receiver and $.00001</a:t>
            </a:r>
            <a:r>
              <a:rPr lang="en-US" sz="2800" dirty="0"/>
              <a:t> </a:t>
            </a:r>
            <a:r>
              <a:rPr lang="en-US" sz="2800" dirty="0" smtClean="0"/>
              <a:t>for the sender. Since when did it cost me money to receive and email?</a:t>
            </a:r>
          </a:p>
          <a:p>
            <a:r>
              <a:rPr lang="en-US" sz="2800" dirty="0" smtClean="0"/>
              <a:t>They suggest killing the world’s spammers would solve all economic issues. I doubt someone sending online messages for corporations is why we are in debt.</a:t>
            </a:r>
          </a:p>
          <a:p>
            <a:r>
              <a:rPr lang="en-US" sz="2800" dirty="0" smtClean="0"/>
              <a:t>Ends the article with an offensive, vulgar video in attempts to be funny, and does a horrible job at it.</a:t>
            </a:r>
          </a:p>
          <a:p>
            <a:r>
              <a:rPr lang="en-US" sz="2800" dirty="0" smtClean="0"/>
              <a:t>Worst of all, the article was wrote by the website’s founder. I’m scared to read an article by the staff.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25700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270</Words>
  <Application>Microsoft Office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Dustyne Brown  Section 2</vt:lpstr>
      <vt:lpstr>Website I trust – Wikileaks.org</vt:lpstr>
      <vt:lpstr>Website I trust – Wikileaks.org</vt:lpstr>
      <vt:lpstr>Website I distrust – TheNextWeb.com</vt:lpstr>
      <vt:lpstr>Website I distrust – TheNextWeb.com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Dustyne Brown  Section 2</dc:title>
  <dc:creator>Amont</dc:creator>
  <cp:lastModifiedBy>Amont</cp:lastModifiedBy>
  <cp:revision>8</cp:revision>
  <dcterms:created xsi:type="dcterms:W3CDTF">2011-11-20T07:02:11Z</dcterms:created>
  <dcterms:modified xsi:type="dcterms:W3CDTF">2011-11-20T07:34:48Z</dcterms:modified>
</cp:coreProperties>
</file>